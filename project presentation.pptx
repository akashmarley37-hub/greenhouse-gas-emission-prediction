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8" r:id="rId4"/>
    <p:sldId id="269" r:id="rId5"/>
    <p:sldId id="264" r:id="rId6"/>
    <p:sldId id="266" r:id="rId7"/>
    <p:sldId id="270" r:id="rId8"/>
    <p:sldId id="271" r:id="rId9"/>
    <p:sldId id="261" r:id="rId10"/>
    <p:sldId id="26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8436E-257B-4D6A-BFDE-CCD27E1BC89C}" v="65" dt="2025-08-22T06:09:22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2"/>
    <p:restoredTop sz="94578"/>
  </p:normalViewPr>
  <p:slideViewPr>
    <p:cSldViewPr snapToGrid="0">
      <p:cViewPr varScale="1">
        <p:scale>
          <a:sx n="90" d="100"/>
          <a:sy n="90" d="100"/>
        </p:scale>
        <p:origin x="3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Sucharitha K" userId="1caae8e880ef006b" providerId="LiveId" clId="{D1C8436E-257B-4D6A-BFDE-CCD27E1BC89C}"/>
    <pc:docChg chg="undo custSel addSld delSld modSld sldOrd">
      <pc:chgData name="Sneha Sucharitha K" userId="1caae8e880ef006b" providerId="LiveId" clId="{D1C8436E-257B-4D6A-BFDE-CCD27E1BC89C}" dt="2025-08-22T06:10:56.136" v="210" actId="14826"/>
      <pc:docMkLst>
        <pc:docMk/>
      </pc:docMkLst>
      <pc:sldChg chg="addSp delSp modSp mod">
        <pc:chgData name="Sneha Sucharitha K" userId="1caae8e880ef006b" providerId="LiveId" clId="{D1C8436E-257B-4D6A-BFDE-CCD27E1BC89C}" dt="2025-08-22T06:10:00.880" v="201" actId="20577"/>
        <pc:sldMkLst>
          <pc:docMk/>
          <pc:sldMk cId="3119322950" sldId="256"/>
        </pc:sldMkLst>
        <pc:spChg chg="add del mod">
          <ac:chgData name="Sneha Sucharitha K" userId="1caae8e880ef006b" providerId="LiveId" clId="{D1C8436E-257B-4D6A-BFDE-CCD27E1BC89C}" dt="2025-08-22T06:08:56.484" v="181"/>
          <ac:spMkLst>
            <pc:docMk/>
            <pc:sldMk cId="3119322950" sldId="256"/>
            <ac:spMk id="7" creationId="{A8AB9B24-48C4-2386-B4D2-976DCDB438DA}"/>
          </ac:spMkLst>
        </pc:spChg>
        <pc:spChg chg="add mod">
          <ac:chgData name="Sneha Sucharitha K" userId="1caae8e880ef006b" providerId="LiveId" clId="{D1C8436E-257B-4D6A-BFDE-CCD27E1BC89C}" dt="2025-08-22T06:10:00.880" v="201" actId="20577"/>
          <ac:spMkLst>
            <pc:docMk/>
            <pc:sldMk cId="3119322950" sldId="256"/>
            <ac:spMk id="8" creationId="{173DF975-150E-2EEC-CC0E-98F48C669255}"/>
          </ac:spMkLst>
        </pc:spChg>
      </pc:sldChg>
      <pc:sldChg chg="del">
        <pc:chgData name="Sneha Sucharitha K" userId="1caae8e880ef006b" providerId="LiveId" clId="{D1C8436E-257B-4D6A-BFDE-CCD27E1BC89C}" dt="2025-08-22T06:06:20.084" v="174" actId="2696"/>
        <pc:sldMkLst>
          <pc:docMk/>
          <pc:sldMk cId="2066682101" sldId="257"/>
        </pc:sldMkLst>
      </pc:sldChg>
      <pc:sldChg chg="addSp delSp modSp mod">
        <pc:chgData name="Sneha Sucharitha K" userId="1caae8e880ef006b" providerId="LiveId" clId="{D1C8436E-257B-4D6A-BFDE-CCD27E1BC89C}" dt="2025-08-22T06:02:12.183" v="147" actId="1076"/>
        <pc:sldMkLst>
          <pc:docMk/>
          <pc:sldMk cId="2996222363" sldId="261"/>
        </pc:sldMkLst>
        <pc:spChg chg="mod">
          <ac:chgData name="Sneha Sucharitha K" userId="1caae8e880ef006b" providerId="LiveId" clId="{D1C8436E-257B-4D6A-BFDE-CCD27E1BC89C}" dt="2025-08-22T06:02:07.502" v="146" actId="1076"/>
          <ac:spMkLst>
            <pc:docMk/>
            <pc:sldMk cId="2996222363" sldId="261"/>
            <ac:spMk id="2" creationId="{15395AB6-CFFE-478B-4884-976726FDA2DD}"/>
          </ac:spMkLst>
        </pc:spChg>
        <pc:spChg chg="del mod">
          <ac:chgData name="Sneha Sucharitha K" userId="1caae8e880ef006b" providerId="LiveId" clId="{D1C8436E-257B-4D6A-BFDE-CCD27E1BC89C}" dt="2025-08-22T06:01:44.705" v="140"/>
          <ac:spMkLst>
            <pc:docMk/>
            <pc:sldMk cId="2996222363" sldId="261"/>
            <ac:spMk id="3" creationId="{66B30FBA-86EF-B90C-E2C6-4B3836C28E5A}"/>
          </ac:spMkLst>
        </pc:spChg>
        <pc:spChg chg="add">
          <ac:chgData name="Sneha Sucharitha K" userId="1caae8e880ef006b" providerId="LiveId" clId="{D1C8436E-257B-4D6A-BFDE-CCD27E1BC89C}" dt="2025-08-22T06:01:37.988" v="137"/>
          <ac:spMkLst>
            <pc:docMk/>
            <pc:sldMk cId="2996222363" sldId="261"/>
            <ac:spMk id="6" creationId="{E282947A-933C-36E1-40E6-F7EEE0D5593C}"/>
          </ac:spMkLst>
        </pc:spChg>
        <pc:spChg chg="add mod">
          <ac:chgData name="Sneha Sucharitha K" userId="1caae8e880ef006b" providerId="LiveId" clId="{D1C8436E-257B-4D6A-BFDE-CCD27E1BC89C}" dt="2025-08-22T06:02:12.183" v="147" actId="1076"/>
          <ac:spMkLst>
            <pc:docMk/>
            <pc:sldMk cId="2996222363" sldId="261"/>
            <ac:spMk id="7" creationId="{962F409D-A844-099F-0FF4-1B5F5B6EEAAC}"/>
          </ac:spMkLst>
        </pc:spChg>
      </pc:sldChg>
      <pc:sldChg chg="modSp mod">
        <pc:chgData name="Sneha Sucharitha K" userId="1caae8e880ef006b" providerId="LiveId" clId="{D1C8436E-257B-4D6A-BFDE-CCD27E1BC89C}" dt="2025-08-22T06:06:07.911" v="173" actId="2710"/>
        <pc:sldMkLst>
          <pc:docMk/>
          <pc:sldMk cId="3785315745" sldId="262"/>
        </pc:sldMkLst>
        <pc:spChg chg="mod">
          <ac:chgData name="Sneha Sucharitha K" userId="1caae8e880ef006b" providerId="LiveId" clId="{D1C8436E-257B-4D6A-BFDE-CCD27E1BC89C}" dt="2025-08-22T06:06:07.911" v="173" actId="2710"/>
          <ac:spMkLst>
            <pc:docMk/>
            <pc:sldMk cId="3785315745" sldId="262"/>
            <ac:spMk id="3" creationId="{52571D7A-67C1-4FFE-2824-5584ABAC5495}"/>
          </ac:spMkLst>
        </pc:spChg>
        <pc:picChg chg="mod">
          <ac:chgData name="Sneha Sucharitha K" userId="1caae8e880ef006b" providerId="LiveId" clId="{D1C8436E-257B-4D6A-BFDE-CCD27E1BC89C}" dt="2025-08-22T06:02:28.203" v="148" actId="1076"/>
          <ac:picMkLst>
            <pc:docMk/>
            <pc:sldMk cId="3785315745" sldId="262"/>
            <ac:picMk id="4" creationId="{1459AC7C-018E-9201-2F24-7C7A23E9BF1F}"/>
          </ac:picMkLst>
        </pc:picChg>
        <pc:picChg chg="mod">
          <ac:chgData name="Sneha Sucharitha K" userId="1caae8e880ef006b" providerId="LiveId" clId="{D1C8436E-257B-4D6A-BFDE-CCD27E1BC89C}" dt="2025-08-22T06:02:30.313" v="149" actId="1076"/>
          <ac:picMkLst>
            <pc:docMk/>
            <pc:sldMk cId="3785315745" sldId="262"/>
            <ac:picMk id="5" creationId="{61D6C0EF-95E7-95D8-FF1B-48A9D34EC32C}"/>
          </ac:picMkLst>
        </pc:picChg>
      </pc:sldChg>
      <pc:sldChg chg="addSp delSp modSp mod">
        <pc:chgData name="Sneha Sucharitha K" userId="1caae8e880ef006b" providerId="LiveId" clId="{D1C8436E-257B-4D6A-BFDE-CCD27E1BC89C}" dt="2025-08-22T05:50:06.458" v="75" actId="113"/>
        <pc:sldMkLst>
          <pc:docMk/>
          <pc:sldMk cId="823630130" sldId="263"/>
        </pc:sldMkLst>
        <pc:spChg chg="del mod">
          <ac:chgData name="Sneha Sucharitha K" userId="1caae8e880ef006b" providerId="LiveId" clId="{D1C8436E-257B-4D6A-BFDE-CCD27E1BC89C}" dt="2025-08-22T05:32:40.456" v="1"/>
          <ac:spMkLst>
            <pc:docMk/>
            <pc:sldMk cId="823630130" sldId="263"/>
            <ac:spMk id="2" creationId="{C982CB9F-C6AC-6B38-B0F1-769A08387906}"/>
          </ac:spMkLst>
        </pc:spChg>
        <pc:spChg chg="del">
          <ac:chgData name="Sneha Sucharitha K" userId="1caae8e880ef006b" providerId="LiveId" clId="{D1C8436E-257B-4D6A-BFDE-CCD27E1BC89C}" dt="2025-08-22T05:32:42.138" v="2" actId="478"/>
          <ac:spMkLst>
            <pc:docMk/>
            <pc:sldMk cId="823630130" sldId="263"/>
            <ac:spMk id="3" creationId="{48B57A7C-2CB7-53E5-498C-137DB0A74B99}"/>
          </ac:spMkLst>
        </pc:spChg>
        <pc:spChg chg="add del mod">
          <ac:chgData name="Sneha Sucharitha K" userId="1caae8e880ef006b" providerId="LiveId" clId="{D1C8436E-257B-4D6A-BFDE-CCD27E1BC89C}" dt="2025-08-22T05:32:42.138" v="2" actId="478"/>
          <ac:spMkLst>
            <pc:docMk/>
            <pc:sldMk cId="823630130" sldId="263"/>
            <ac:spMk id="6" creationId="{FFB0C385-483C-DD0B-1D30-FE02F3A68416}"/>
          </ac:spMkLst>
        </pc:spChg>
        <pc:spChg chg="add del mod">
          <ac:chgData name="Sneha Sucharitha K" userId="1caae8e880ef006b" providerId="LiveId" clId="{D1C8436E-257B-4D6A-BFDE-CCD27E1BC89C}" dt="2025-08-22T05:33:48.523" v="9"/>
          <ac:spMkLst>
            <pc:docMk/>
            <pc:sldMk cId="823630130" sldId="263"/>
            <ac:spMk id="7" creationId="{2F83ACD8-9A0C-CCD1-CD04-B1F7B5447888}"/>
          </ac:spMkLst>
        </pc:spChg>
        <pc:spChg chg="add mod">
          <ac:chgData name="Sneha Sucharitha K" userId="1caae8e880ef006b" providerId="LiveId" clId="{D1C8436E-257B-4D6A-BFDE-CCD27E1BC89C}" dt="2025-08-22T05:50:06.458" v="75" actId="113"/>
          <ac:spMkLst>
            <pc:docMk/>
            <pc:sldMk cId="823630130" sldId="263"/>
            <ac:spMk id="8" creationId="{FABF3967-59BB-9764-7FF4-E8095D21CBD2}"/>
          </ac:spMkLst>
        </pc:spChg>
        <pc:spChg chg="add mod">
          <ac:chgData name="Sneha Sucharitha K" userId="1caae8e880ef006b" providerId="LiveId" clId="{D1C8436E-257B-4D6A-BFDE-CCD27E1BC89C}" dt="2025-08-22T05:44:38.712" v="47" actId="1076"/>
          <ac:spMkLst>
            <pc:docMk/>
            <pc:sldMk cId="823630130" sldId="263"/>
            <ac:spMk id="9" creationId="{1BB425B9-1E16-CCF3-ABF2-F9B45B1FEB62}"/>
          </ac:spMkLst>
        </pc:spChg>
        <pc:picChg chg="del">
          <ac:chgData name="Sneha Sucharitha K" userId="1caae8e880ef006b" providerId="LiveId" clId="{D1C8436E-257B-4D6A-BFDE-CCD27E1BC89C}" dt="2025-08-22T05:32:42.138" v="2" actId="478"/>
          <ac:picMkLst>
            <pc:docMk/>
            <pc:sldMk cId="823630130" sldId="263"/>
            <ac:picMk id="4" creationId="{ABE2784D-0A42-BC60-3775-448AADF5DD9E}"/>
          </ac:picMkLst>
        </pc:picChg>
        <pc:picChg chg="del">
          <ac:chgData name="Sneha Sucharitha K" userId="1caae8e880ef006b" providerId="LiveId" clId="{D1C8436E-257B-4D6A-BFDE-CCD27E1BC89C}" dt="2025-08-22T05:32:42.138" v="2" actId="478"/>
          <ac:picMkLst>
            <pc:docMk/>
            <pc:sldMk cId="823630130" sldId="263"/>
            <ac:picMk id="5" creationId="{F3881DC9-94B3-5474-C8F7-5E24FF80BF56}"/>
          </ac:picMkLst>
        </pc:picChg>
        <pc:picChg chg="add mod">
          <ac:chgData name="Sneha Sucharitha K" userId="1caae8e880ef006b" providerId="LiveId" clId="{D1C8436E-257B-4D6A-BFDE-CCD27E1BC89C}" dt="2025-08-22T05:44:33.869" v="46"/>
          <ac:picMkLst>
            <pc:docMk/>
            <pc:sldMk cId="823630130" sldId="263"/>
            <ac:picMk id="10" creationId="{DAF117D0-C4BC-66AF-C6C1-49E6D2DF3266}"/>
          </ac:picMkLst>
        </pc:picChg>
        <pc:picChg chg="add mod">
          <ac:chgData name="Sneha Sucharitha K" userId="1caae8e880ef006b" providerId="LiveId" clId="{D1C8436E-257B-4D6A-BFDE-CCD27E1BC89C}" dt="2025-08-22T05:44:48.708" v="49" actId="1076"/>
          <ac:picMkLst>
            <pc:docMk/>
            <pc:sldMk cId="823630130" sldId="263"/>
            <ac:picMk id="11" creationId="{080BFD83-3702-1966-916E-4C0EFA778B50}"/>
          </ac:picMkLst>
        </pc:picChg>
      </pc:sldChg>
      <pc:sldChg chg="addSp delSp modSp mod">
        <pc:chgData name="Sneha Sucharitha K" userId="1caae8e880ef006b" providerId="LiveId" clId="{D1C8436E-257B-4D6A-BFDE-CCD27E1BC89C}" dt="2025-08-22T05:57:42.335" v="124" actId="20577"/>
        <pc:sldMkLst>
          <pc:docMk/>
          <pc:sldMk cId="576616706" sldId="264"/>
        </pc:sldMkLst>
        <pc:spChg chg="mod">
          <ac:chgData name="Sneha Sucharitha K" userId="1caae8e880ef006b" providerId="LiveId" clId="{D1C8436E-257B-4D6A-BFDE-CCD27E1BC89C}" dt="2025-08-22T05:53:19.479" v="91" actId="1076"/>
          <ac:spMkLst>
            <pc:docMk/>
            <pc:sldMk cId="576616706" sldId="264"/>
            <ac:spMk id="2" creationId="{B8423B3A-C020-93D6-D1CC-B628ADDD9220}"/>
          </ac:spMkLst>
        </pc:spChg>
        <pc:spChg chg="del mod">
          <ac:chgData name="Sneha Sucharitha K" userId="1caae8e880ef006b" providerId="LiveId" clId="{D1C8436E-257B-4D6A-BFDE-CCD27E1BC89C}" dt="2025-08-22T05:50:46.226" v="81"/>
          <ac:spMkLst>
            <pc:docMk/>
            <pc:sldMk cId="576616706" sldId="264"/>
            <ac:spMk id="3" creationId="{AF1DE30E-B659-9F55-23B0-4BC0650519BA}"/>
          </ac:spMkLst>
        </pc:spChg>
        <pc:spChg chg="add">
          <ac:chgData name="Sneha Sucharitha K" userId="1caae8e880ef006b" providerId="LiveId" clId="{D1C8436E-257B-4D6A-BFDE-CCD27E1BC89C}" dt="2025-08-22T05:50:41.106" v="79"/>
          <ac:spMkLst>
            <pc:docMk/>
            <pc:sldMk cId="576616706" sldId="264"/>
            <ac:spMk id="6" creationId="{801E93B9-BD65-D3D7-687D-7C31F30184C3}"/>
          </ac:spMkLst>
        </pc:spChg>
        <pc:spChg chg="add mod">
          <ac:chgData name="Sneha Sucharitha K" userId="1caae8e880ef006b" providerId="LiveId" clId="{D1C8436E-257B-4D6A-BFDE-CCD27E1BC89C}" dt="2025-08-22T05:57:42.335" v="124" actId="20577"/>
          <ac:spMkLst>
            <pc:docMk/>
            <pc:sldMk cId="576616706" sldId="264"/>
            <ac:spMk id="7" creationId="{E71A3CEF-72A3-BBDD-8172-E5336202469D}"/>
          </ac:spMkLst>
        </pc:spChg>
        <pc:spChg chg="add">
          <ac:chgData name="Sneha Sucharitha K" userId="1caae8e880ef006b" providerId="LiveId" clId="{D1C8436E-257B-4D6A-BFDE-CCD27E1BC89C}" dt="2025-08-22T05:54:26.568" v="98"/>
          <ac:spMkLst>
            <pc:docMk/>
            <pc:sldMk cId="576616706" sldId="264"/>
            <ac:spMk id="10" creationId="{3AE1C155-7B13-28CB-327E-65962928A5F9}"/>
          </ac:spMkLst>
        </pc:spChg>
        <pc:spChg chg="add mod">
          <ac:chgData name="Sneha Sucharitha K" userId="1caae8e880ef006b" providerId="LiveId" clId="{D1C8436E-257B-4D6A-BFDE-CCD27E1BC89C}" dt="2025-08-22T05:57:05.835" v="112" actId="1076"/>
          <ac:spMkLst>
            <pc:docMk/>
            <pc:sldMk cId="576616706" sldId="264"/>
            <ac:spMk id="11" creationId="{B0050FE3-82CB-C25C-53B9-E4233EFD81A2}"/>
          </ac:spMkLst>
        </pc:spChg>
        <pc:picChg chg="add mod">
          <ac:chgData name="Sneha Sucharitha K" userId="1caae8e880ef006b" providerId="LiveId" clId="{D1C8436E-257B-4D6A-BFDE-CCD27E1BC89C}" dt="2025-08-22T05:53:36.830" v="95" actId="1076"/>
          <ac:picMkLst>
            <pc:docMk/>
            <pc:sldMk cId="576616706" sldId="264"/>
            <ac:picMk id="9" creationId="{6EAF1875-72F0-D667-AFFB-2617F0AC6763}"/>
          </ac:picMkLst>
        </pc:picChg>
      </pc:sldChg>
      <pc:sldChg chg="del">
        <pc:chgData name="Sneha Sucharitha K" userId="1caae8e880ef006b" providerId="LiveId" clId="{D1C8436E-257B-4D6A-BFDE-CCD27E1BC89C}" dt="2025-08-22T05:50:23.139" v="78" actId="2696"/>
        <pc:sldMkLst>
          <pc:docMk/>
          <pc:sldMk cId="116350498" sldId="265"/>
        </pc:sldMkLst>
      </pc:sldChg>
      <pc:sldChg chg="addSp delSp modSp mod">
        <pc:chgData name="Sneha Sucharitha K" userId="1caae8e880ef006b" providerId="LiveId" clId="{D1C8436E-257B-4D6A-BFDE-CCD27E1BC89C}" dt="2025-08-22T06:05:32.244" v="165" actId="1076"/>
        <pc:sldMkLst>
          <pc:docMk/>
          <pc:sldMk cId="876478494" sldId="266"/>
        </pc:sldMkLst>
        <pc:spChg chg="mod">
          <ac:chgData name="Sneha Sucharitha K" userId="1caae8e880ef006b" providerId="LiveId" clId="{D1C8436E-257B-4D6A-BFDE-CCD27E1BC89C}" dt="2025-08-22T05:58:27.327" v="130" actId="1076"/>
          <ac:spMkLst>
            <pc:docMk/>
            <pc:sldMk cId="876478494" sldId="266"/>
            <ac:spMk id="2" creationId="{B79D6713-4C8F-AA60-A3E3-F3BBB9C5D70C}"/>
          </ac:spMkLst>
        </pc:spChg>
        <pc:spChg chg="del mod">
          <ac:chgData name="Sneha Sucharitha K" userId="1caae8e880ef006b" providerId="LiveId" clId="{D1C8436E-257B-4D6A-BFDE-CCD27E1BC89C}" dt="2025-08-22T05:58:12.831" v="126"/>
          <ac:spMkLst>
            <pc:docMk/>
            <pc:sldMk cId="876478494" sldId="266"/>
            <ac:spMk id="3" creationId="{4DDEA361-6FB4-C762-20A6-A039A53B2391}"/>
          </ac:spMkLst>
        </pc:spChg>
        <pc:spChg chg="add mod">
          <ac:chgData name="Sneha Sucharitha K" userId="1caae8e880ef006b" providerId="LiveId" clId="{D1C8436E-257B-4D6A-BFDE-CCD27E1BC89C}" dt="2025-08-22T06:05:32.244" v="165" actId="1076"/>
          <ac:spMkLst>
            <pc:docMk/>
            <pc:sldMk cId="876478494" sldId="266"/>
            <ac:spMk id="6" creationId="{61A3BAF1-BB87-E174-EEDF-5A9CC5363843}"/>
          </ac:spMkLst>
        </pc:spChg>
      </pc:sldChg>
      <pc:sldChg chg="modSp mod">
        <pc:chgData name="Sneha Sucharitha K" userId="1caae8e880ef006b" providerId="LiveId" clId="{D1C8436E-257B-4D6A-BFDE-CCD27E1BC89C}" dt="2025-08-22T05:42:04.801" v="32" actId="1076"/>
        <pc:sldMkLst>
          <pc:docMk/>
          <pc:sldMk cId="104299380" sldId="267"/>
        </pc:sldMkLst>
        <pc:spChg chg="mod">
          <ac:chgData name="Sneha Sucharitha K" userId="1caae8e880ef006b" providerId="LiveId" clId="{D1C8436E-257B-4D6A-BFDE-CCD27E1BC89C}" dt="2025-08-22T05:42:04.801" v="32" actId="1076"/>
          <ac:spMkLst>
            <pc:docMk/>
            <pc:sldMk cId="104299380" sldId="267"/>
            <ac:spMk id="3" creationId="{A1AC5278-F541-FD92-E8D7-60DBC7C64776}"/>
          </ac:spMkLst>
        </pc:spChg>
      </pc:sldChg>
      <pc:sldChg chg="addSp delSp modSp add mod">
        <pc:chgData name="Sneha Sucharitha K" userId="1caae8e880ef006b" providerId="LiveId" clId="{D1C8436E-257B-4D6A-BFDE-CCD27E1BC89C}" dt="2025-08-22T05:50:10.659" v="76" actId="113"/>
        <pc:sldMkLst>
          <pc:docMk/>
          <pc:sldMk cId="4102982773" sldId="268"/>
        </pc:sldMkLst>
        <pc:spChg chg="add">
          <ac:chgData name="Sneha Sucharitha K" userId="1caae8e880ef006b" providerId="LiveId" clId="{D1C8436E-257B-4D6A-BFDE-CCD27E1BC89C}" dt="2025-08-22T05:36:20.556" v="19"/>
          <ac:spMkLst>
            <pc:docMk/>
            <pc:sldMk cId="4102982773" sldId="268"/>
            <ac:spMk id="2" creationId="{FB9AD3B5-F85E-4809-361E-7E2D3F0F452A}"/>
          </ac:spMkLst>
        </pc:spChg>
        <pc:spChg chg="add mod">
          <ac:chgData name="Sneha Sucharitha K" userId="1caae8e880ef006b" providerId="LiveId" clId="{D1C8436E-257B-4D6A-BFDE-CCD27E1BC89C}" dt="2025-08-22T05:45:31.301" v="58" actId="20577"/>
          <ac:spMkLst>
            <pc:docMk/>
            <pc:sldMk cId="4102982773" sldId="268"/>
            <ac:spMk id="3" creationId="{DBE05B4F-80FB-57BE-D3F7-19AF71FAA99F}"/>
          </ac:spMkLst>
        </pc:spChg>
        <pc:spChg chg="add del">
          <ac:chgData name="Sneha Sucharitha K" userId="1caae8e880ef006b" providerId="LiveId" clId="{D1C8436E-257B-4D6A-BFDE-CCD27E1BC89C}" dt="2025-08-22T05:42:56.696" v="35" actId="22"/>
          <ac:spMkLst>
            <pc:docMk/>
            <pc:sldMk cId="4102982773" sldId="268"/>
            <ac:spMk id="5" creationId="{3613FE6A-43B5-23D3-AF4C-62B3CA4D4A34}"/>
          </ac:spMkLst>
        </pc:spChg>
        <pc:spChg chg="mod">
          <ac:chgData name="Sneha Sucharitha K" userId="1caae8e880ef006b" providerId="LiveId" clId="{D1C8436E-257B-4D6A-BFDE-CCD27E1BC89C}" dt="2025-08-22T05:50:10.659" v="76" actId="113"/>
          <ac:spMkLst>
            <pc:docMk/>
            <pc:sldMk cId="4102982773" sldId="268"/>
            <ac:spMk id="8" creationId="{D3FBAEF2-FB01-523A-8CEA-57A86568F7CE}"/>
          </ac:spMkLst>
        </pc:spChg>
        <pc:spChg chg="del mod">
          <ac:chgData name="Sneha Sucharitha K" userId="1caae8e880ef006b" providerId="LiveId" clId="{D1C8436E-257B-4D6A-BFDE-CCD27E1BC89C}" dt="2025-08-22T05:36:25.107" v="21"/>
          <ac:spMkLst>
            <pc:docMk/>
            <pc:sldMk cId="4102982773" sldId="268"/>
            <ac:spMk id="9" creationId="{6E4E473A-69D0-742D-39A9-EA7EFE546BAC}"/>
          </ac:spMkLst>
        </pc:spChg>
        <pc:picChg chg="add del mod">
          <ac:chgData name="Sneha Sucharitha K" userId="1caae8e880ef006b" providerId="LiveId" clId="{D1C8436E-257B-4D6A-BFDE-CCD27E1BC89C}" dt="2025-08-22T05:45:04.416" v="51" actId="478"/>
          <ac:picMkLst>
            <pc:docMk/>
            <pc:sldMk cId="4102982773" sldId="268"/>
            <ac:picMk id="7" creationId="{429F342E-8BCB-D7F2-5592-0324A668F266}"/>
          </ac:picMkLst>
        </pc:picChg>
        <pc:picChg chg="add del mod">
          <ac:chgData name="Sneha Sucharitha K" userId="1caae8e880ef006b" providerId="LiveId" clId="{D1C8436E-257B-4D6A-BFDE-CCD27E1BC89C}" dt="2025-08-22T05:45:05.804" v="52" actId="478"/>
          <ac:picMkLst>
            <pc:docMk/>
            <pc:sldMk cId="4102982773" sldId="268"/>
            <ac:picMk id="11" creationId="{E78CDCA2-8BF1-EC52-544B-926CB7A0D78E}"/>
          </ac:picMkLst>
        </pc:picChg>
      </pc:sldChg>
      <pc:sldChg chg="addSp delSp modSp add mod ord">
        <pc:chgData name="Sneha Sucharitha K" userId="1caae8e880ef006b" providerId="LiveId" clId="{D1C8436E-257B-4D6A-BFDE-CCD27E1BC89C}" dt="2025-08-22T05:50:14.959" v="77" actId="113"/>
        <pc:sldMkLst>
          <pc:docMk/>
          <pc:sldMk cId="2253727980" sldId="269"/>
        </pc:sldMkLst>
        <pc:spChg chg="add mod">
          <ac:chgData name="Sneha Sucharitha K" userId="1caae8e880ef006b" providerId="LiveId" clId="{D1C8436E-257B-4D6A-BFDE-CCD27E1BC89C}" dt="2025-08-22T05:49:51.255" v="74" actId="1076"/>
          <ac:spMkLst>
            <pc:docMk/>
            <pc:sldMk cId="2253727980" sldId="269"/>
            <ac:spMk id="4" creationId="{34ACB2F5-ADA1-EF21-2C49-435CD7E1FC51}"/>
          </ac:spMkLst>
        </pc:spChg>
        <pc:spChg chg="mod">
          <ac:chgData name="Sneha Sucharitha K" userId="1caae8e880ef006b" providerId="LiveId" clId="{D1C8436E-257B-4D6A-BFDE-CCD27E1BC89C}" dt="2025-08-22T05:50:14.959" v="77" actId="113"/>
          <ac:spMkLst>
            <pc:docMk/>
            <pc:sldMk cId="2253727980" sldId="269"/>
            <ac:spMk id="8" creationId="{47ED2F56-29E0-64D5-A12F-71253B67C2FE}"/>
          </ac:spMkLst>
        </pc:spChg>
        <pc:spChg chg="del mod">
          <ac:chgData name="Sneha Sucharitha K" userId="1caae8e880ef006b" providerId="LiveId" clId="{D1C8436E-257B-4D6A-BFDE-CCD27E1BC89C}" dt="2025-08-22T05:49:04.759" v="67"/>
          <ac:spMkLst>
            <pc:docMk/>
            <pc:sldMk cId="2253727980" sldId="269"/>
            <ac:spMk id="9" creationId="{CF1D02FA-8691-2450-0079-898DCAD24CB2}"/>
          </ac:spMkLst>
        </pc:spChg>
        <pc:picChg chg="add del mod">
          <ac:chgData name="Sneha Sucharitha K" userId="1caae8e880ef006b" providerId="LiveId" clId="{D1C8436E-257B-4D6A-BFDE-CCD27E1BC89C}" dt="2025-08-22T05:44:59.078" v="50" actId="21"/>
          <ac:picMkLst>
            <pc:docMk/>
            <pc:sldMk cId="2253727980" sldId="269"/>
            <ac:picMk id="3" creationId="{DE25ED1C-8DEE-D137-D967-B28CB6E792F3}"/>
          </ac:picMkLst>
        </pc:picChg>
      </pc:sldChg>
      <pc:sldChg chg="addSp modSp add mod">
        <pc:chgData name="Sneha Sucharitha K" userId="1caae8e880ef006b" providerId="LiveId" clId="{D1C8436E-257B-4D6A-BFDE-CCD27E1BC89C}" dt="2025-08-22T06:10:30.814" v="208" actId="1076"/>
        <pc:sldMkLst>
          <pc:docMk/>
          <pc:sldMk cId="3812290362" sldId="270"/>
        </pc:sldMkLst>
        <pc:spChg chg="mod">
          <ac:chgData name="Sneha Sucharitha K" userId="1caae8e880ef006b" providerId="LiveId" clId="{D1C8436E-257B-4D6A-BFDE-CCD27E1BC89C}" dt="2025-08-22T06:07:31.315" v="177" actId="1076"/>
          <ac:spMkLst>
            <pc:docMk/>
            <pc:sldMk cId="3812290362" sldId="270"/>
            <ac:spMk id="2" creationId="{13BA021A-EF1E-F669-7BD4-86A5E485EC01}"/>
          </ac:spMkLst>
        </pc:spChg>
        <pc:spChg chg="mod">
          <ac:chgData name="Sneha Sucharitha K" userId="1caae8e880ef006b" providerId="LiveId" clId="{D1C8436E-257B-4D6A-BFDE-CCD27E1BC89C}" dt="2025-08-22T06:07:24.570" v="176" actId="20577"/>
          <ac:spMkLst>
            <pc:docMk/>
            <pc:sldMk cId="3812290362" sldId="270"/>
            <ac:spMk id="6" creationId="{C729F1ED-21A4-9CCB-C5CE-D265F175A6FF}"/>
          </ac:spMkLst>
        </pc:spChg>
        <pc:picChg chg="add mod">
          <ac:chgData name="Sneha Sucharitha K" userId="1caae8e880ef006b" providerId="LiveId" clId="{D1C8436E-257B-4D6A-BFDE-CCD27E1BC89C}" dt="2025-08-22T06:10:30.814" v="208" actId="1076"/>
          <ac:picMkLst>
            <pc:docMk/>
            <pc:sldMk cId="3812290362" sldId="270"/>
            <ac:picMk id="7" creationId="{84FA500B-7658-0F37-9F88-1CB664391B9B}"/>
          </ac:picMkLst>
        </pc:picChg>
      </pc:sldChg>
      <pc:sldChg chg="modSp add mod">
        <pc:chgData name="Sneha Sucharitha K" userId="1caae8e880ef006b" providerId="LiveId" clId="{D1C8436E-257B-4D6A-BFDE-CCD27E1BC89C}" dt="2025-08-22T06:10:56.136" v="210" actId="14826"/>
        <pc:sldMkLst>
          <pc:docMk/>
          <pc:sldMk cId="2804072725" sldId="271"/>
        </pc:sldMkLst>
        <pc:picChg chg="mod">
          <ac:chgData name="Sneha Sucharitha K" userId="1caae8e880ef006b" providerId="LiveId" clId="{D1C8436E-257B-4D6A-BFDE-CCD27E1BC89C}" dt="2025-08-22T06:10:56.136" v="210" actId="14826"/>
          <ac:picMkLst>
            <pc:docMk/>
            <pc:sldMk cId="2804072725" sldId="271"/>
            <ac:picMk id="7" creationId="{8329B629-4CC8-BE29-ADFC-F8E6C4117A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D960-8B9C-8C9E-CCCA-D87345D01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42268-6B9C-EE67-252F-73818A154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3AF73-FB82-0CCC-7B99-8FD5EEE9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25073-8334-022F-395E-292E2C35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54681-F22F-97CA-B80A-109CA6ED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725F-00C9-D8DA-F00E-00374E22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A8A58-0182-11FC-80ED-B47A1D1EE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F4F0-1F86-8FF9-33EC-0E288F2F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D0598-3CD7-B991-0811-A8A5D119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EAF4-C39A-D3B6-937D-FCE24A84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7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ED6B-1B4F-BD81-4090-F3570240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72355-9D1B-9809-8A53-5B9ED8A8D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C93A-3AA3-5546-0ACF-34BA04C9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1C01A-FDB9-2880-9A4F-AFA490B9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3A41-DA82-0B81-4DE6-BB5E5B9D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7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62B5-A253-5882-B3CC-1266D779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93AE1-535B-EB09-E065-5B2E61E77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B0AF2-BD05-50E0-2E3B-44BF78580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7F05-F9D6-3C41-206E-88F17C74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4DE2A-B4DA-08C8-8C75-D43D4671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1C650-DFEA-6ABB-A215-EBA0EA8F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4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1695-3E55-4E87-D3D2-F9166BB6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368B0-3A8D-D356-326E-E521880D0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EDE66-8167-F35C-8B9B-674B125FA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8E618-86AF-F23D-87C1-69C45175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36480-8ED3-8020-7EBD-6B02F7B86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69920-D653-AE88-97D8-A994D32C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13B76-AE02-DA1F-EE16-02F8B61B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69D7C-359F-9760-8D8B-B6E34744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C2C4-B49E-B27A-C5B6-3349FCED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B4633-499E-CD08-8C09-4C35A754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422A-F09B-B3CA-E09A-ED17B76A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6C520-84A2-D7D8-076F-FCC6696D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8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3A2CD-E7C2-0CF8-16F6-B0C6D72E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7C64-1811-A2C6-1870-78AB3821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B2706-9B35-111A-FCB2-C5761A23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D8FF-EDDB-720C-93FF-4E6FBFEB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086E-ACEB-F2E8-B4A5-B2ECF3213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7B994-5B6F-37A2-ECBE-6EBC6207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9B07-AD64-3F3F-327C-C4D2CCB5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C5F1F-6788-232F-9B0C-B095FF1F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29051-BA72-4654-4500-02944A3F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7318-D7EE-7A4B-D678-6343C51E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62B50B-35B5-CF6E-6170-F3E151182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A7166-2CF6-AC5D-6B16-36FD3EDC7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6128C-2229-3433-4856-8331F366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538B3-581D-D544-E3AF-F075894A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3B65B-8539-3900-7D2B-CCB7661F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0B29-DAC8-54E7-150B-93A15F4E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E392D-A69F-338A-01EF-04EA3C55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8F307-E5EC-59B9-1848-C44AC440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09516-C465-2BCD-FB53-C5ABE6D5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F3AA2-4E8C-B178-1BB2-01E5CE4F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0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BC4AD-8ECE-6DC4-7F7F-BC126B7CC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A9855-E75E-DA41-8225-48456BB4A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98FC0-163A-5BA4-0DC9-BA5CABB9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BDCC-1EB1-2821-B6B4-2F0AD727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8C0D1-DC9D-BC1A-F242-3F8BECFD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4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2138C-D886-6849-732A-08530183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67B20-5B83-68DA-CB87-5F9A63B3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1D87B-9593-452F-725B-9D229939A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F5809-247E-A540-9A4B-3F5D0B948F7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713B-AAD6-2302-FE8E-5D92BE4E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6335-7997-BBA0-8A51-E940A6D46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EAF2C-84E9-0B40-9593-D3128921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8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DBA5-55E3-E6EE-823F-7C2C7A36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550" y="219850"/>
            <a:ext cx="10205012" cy="2971579"/>
          </a:xfrm>
        </p:spPr>
        <p:txBody>
          <a:bodyPr>
            <a:normAutofit/>
          </a:bodyPr>
          <a:lstStyle/>
          <a:p>
            <a:r>
              <a:rPr lang="en-US" sz="4800" b="1" dirty="0"/>
              <a:t>PREDICTION OF GHG EMISSIONS USING ENSEMBLE METHODS FOR SUPPLY CHAIN EMISSION FACTOR ESTIMATION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9E2B2-07A0-4713-9CD0-D3E39D671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3084"/>
            <a:ext cx="9144000" cy="2607197"/>
          </a:xfrm>
        </p:spPr>
        <p:txBody>
          <a:bodyPr>
            <a:normAutofit/>
          </a:bodyPr>
          <a:lstStyle/>
          <a:p>
            <a:r>
              <a:rPr lang="en-US" dirty="0"/>
              <a:t>SNEHA SUCHARITHA K</a:t>
            </a:r>
          </a:p>
          <a:p>
            <a:r>
              <a:rPr lang="en-US" dirty="0"/>
              <a:t>SHAM S</a:t>
            </a:r>
          </a:p>
          <a:p>
            <a:r>
              <a:rPr lang="en-US" dirty="0"/>
              <a:t>SETHURAMAN S</a:t>
            </a:r>
          </a:p>
          <a:p>
            <a:r>
              <a:rPr lang="en-US" dirty="0"/>
              <a:t>STUDENTS FROM</a:t>
            </a:r>
          </a:p>
          <a:p>
            <a:r>
              <a:rPr lang="en-US" dirty="0"/>
              <a:t>RAJALAKSHMI INSTITUTE OF TECHNOLOGY</a:t>
            </a:r>
          </a:p>
          <a:p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4EA00B2-5D7C-FBFF-6B5F-D655F290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115067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BFD13C-B989-F511-CD67-655813442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6" name="Picture 5" descr="Rajalakshmi Institute of Technology | Admission2024">
            <a:extLst>
              <a:ext uri="{FF2B5EF4-FFF2-40B4-BE49-F238E27FC236}">
                <a16:creationId xmlns:a16="http://schemas.microsoft.com/office/drawing/2014/main" id="{A6164EFB-2051-837B-7493-D35DC5109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774" y="5791480"/>
            <a:ext cx="1834452" cy="84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3DF975-150E-2EEC-CC0E-98F48C669255}"/>
              </a:ext>
            </a:extLst>
          </p:cNvPr>
          <p:cNvSpPr txBox="1"/>
          <p:nvPr/>
        </p:nvSpPr>
        <p:spPr>
          <a:xfrm>
            <a:off x="145881" y="5568616"/>
            <a:ext cx="3681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Guided by: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Monika Ma'am,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Assistant Professor,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Dept. of Al &amp; DS, RIT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32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6621-1DE7-3D72-AB9A-5C8F879F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BF3967-59BB-9764-7FF4-E8095D21C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5896"/>
            <a:ext cx="9144000" cy="1036637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BACKGROUND – CLIMATE CHALLENGE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BB425B9-1E16-CCF3-ABF2-F9B45B1FEB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5318" y="1978329"/>
            <a:ext cx="11142794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change has made greenhouse gas monitoring a global priority.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Supply chain emissions (Scope 3) are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largest share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corporate footprints.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F117D0-C4BC-66AF-C6C1-49E6D2DF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3336397"/>
            <a:ext cx="4159780" cy="32134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0BFD83-3702-1966-916E-4C0EFA77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756" y="3429000"/>
            <a:ext cx="4927977" cy="293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3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AB9B-5191-6F0C-A058-0E83585E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FBAEF2-FB01-523A-8CEA-57A86568F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5896"/>
            <a:ext cx="9144000" cy="1036637"/>
          </a:xfrm>
        </p:spPr>
        <p:txBody>
          <a:bodyPr>
            <a:normAutofit/>
          </a:bodyPr>
          <a:lstStyle/>
          <a:p>
            <a:r>
              <a:rPr lang="en-IN" sz="4800" b="1" dirty="0"/>
              <a:t>Background – Research Gap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05B4F-80FB-57BE-D3F7-19AF71FAA9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4704" y="2044752"/>
            <a:ext cx="11422592" cy="368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approaches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mainly statistical regressions, limited transparency, low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models ignore uncertainty and data quality, leading to less reliable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for a framework that 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transparency, and usability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These emissions are difficult to measure due to:</a:t>
            </a:r>
          </a:p>
          <a:p>
            <a:pPr marL="800100" lvl="1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Decentralized and complex supply chains</a:t>
            </a:r>
          </a:p>
          <a:p>
            <a:pPr marL="800100" lvl="1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Inconsistent reporting standards</a:t>
            </a:r>
          </a:p>
          <a:p>
            <a:pPr marL="800100" lvl="1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Poor data availability and quality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98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2562-777C-49FA-2D4B-A7B39FF7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ED2F56-29E0-64D5-A12F-71253B67C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2353"/>
            <a:ext cx="9144000" cy="1036637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BACKGROUND – OBJECTIVE OF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ACB2F5-ADA1-EF21-2C49-435CD7E1FC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8395" y="2119304"/>
            <a:ext cx="9539605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predicts greenhouse gas emission factors for supply chains.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indicators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(reliability, temporal, geographic, technological) into the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traditional approaches.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tool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makes results practical and accessible for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25372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6296-C219-6E8A-B5AE-85E909C3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3B3A-C020-93D6-D1CC-B628ADDD9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27" y="0"/>
            <a:ext cx="10205012" cy="1210734"/>
          </a:xfrm>
        </p:spPr>
        <p:txBody>
          <a:bodyPr>
            <a:normAutofit/>
          </a:bodyPr>
          <a:lstStyle/>
          <a:p>
            <a:r>
              <a:rPr lang="en-US" sz="4800" b="1" dirty="0"/>
              <a:t>METHODLOGY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4DC7DFD-5B5A-EAB5-0BCC-025A0127D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115067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C8E22D-F15A-29E2-B3C4-D57991FAB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71A3CEF-72A3-BBDD-8172-E533620246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40791" y="1073987"/>
            <a:ext cx="9396034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United States Environmental Protection Agency (2010–2016).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multiple industries and commodities classified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NAICS codes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Greenhouse gas emission factor (kg CO₂-equivalent per economic unit).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included: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 scores(92.3%).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Temporal, geographic, and technological correlations.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F1875-72F0-D667-AFFB-2617F0AC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467" y="2756498"/>
            <a:ext cx="4879446" cy="3769351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B0050FE3-82CB-C25C-53B9-E4233EFD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91" y="3541610"/>
            <a:ext cx="5966316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models were implemented: Linear Regression, which provides a transparent baseline, and Random Forest Regression, which captures complex non-linear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 and residual diagnostics were used to ensure generalizability and robustness of the models.</a:t>
            </a:r>
          </a:p>
        </p:txBody>
      </p:sp>
    </p:spTree>
    <p:extLst>
      <p:ext uri="{BB962C8B-B14F-4D97-AF65-F5344CB8AC3E}">
        <p14:creationId xmlns:p14="http://schemas.microsoft.com/office/powerpoint/2010/main" val="57661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FC43-9055-36B5-A928-DE4ABFBA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6713-4C8F-AA60-A3E3-F3BBB9C5D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83" y="0"/>
            <a:ext cx="10205012" cy="1100668"/>
          </a:xfrm>
        </p:spPr>
        <p:txBody>
          <a:bodyPr>
            <a:normAutofit/>
          </a:bodyPr>
          <a:lstStyle/>
          <a:p>
            <a:r>
              <a:rPr lang="en-US" sz="4800" b="1" dirty="0"/>
              <a:t>RESULT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C507469-7092-5695-8C86-75A447E89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115067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E2131-6490-1876-9FCC-D20FD8FE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1A3BAF1-BB87-E174-EEDF-5A9CC53638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41399" y="2026340"/>
            <a:ext cx="9279467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Regression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 (R²)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error (RMSE, MAE)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Linear Regression.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that data quality metrics significantly improved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predictions and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87647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C4C1-A9D0-A2B7-9121-C24B585A4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021A-EF1E-F669-7BD4-86A5E485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83" y="237067"/>
            <a:ext cx="10205012" cy="1100668"/>
          </a:xfrm>
        </p:spPr>
        <p:txBody>
          <a:bodyPr>
            <a:normAutofit/>
          </a:bodyPr>
          <a:lstStyle/>
          <a:p>
            <a:r>
              <a:rPr lang="en-US" sz="4800" b="1" dirty="0"/>
              <a:t>RESULT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AFEB55D-E297-6C6E-B5F6-B5077DA35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115067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6B723E-01B0-EA14-5A90-89BA8B19A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729F1ED-21A4-9CCB-C5CE-D265F175A6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41399" y="3180502"/>
            <a:ext cx="9279467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FA500B-7658-0F37-9F88-1CB66439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92" y="1631050"/>
            <a:ext cx="10199909" cy="42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9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4DB1-BB93-F90D-CBF4-21F43101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AB87-59D4-E6BF-D387-69AF2C484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83" y="237067"/>
            <a:ext cx="10205012" cy="1100668"/>
          </a:xfrm>
        </p:spPr>
        <p:txBody>
          <a:bodyPr>
            <a:normAutofit/>
          </a:bodyPr>
          <a:lstStyle/>
          <a:p>
            <a:r>
              <a:rPr lang="en-US" sz="4800" b="1" dirty="0"/>
              <a:t>RESULT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E59C016-DCD1-0635-2BC0-B1366F072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115067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84EC87-9519-35C4-1FA2-5A494FC9C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E43DAA0-D714-720E-760C-F44422E770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41399" y="3180502"/>
            <a:ext cx="9279467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9B629-4CC8-BE29-ADFC-F8E6C4117A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1535" y="1631050"/>
            <a:ext cx="9678222" cy="42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7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D25A5-5D52-30FE-D7E8-2FE88A12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5AB6-CFFE-478B-4884-976726FDA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651" y="148601"/>
            <a:ext cx="9144000" cy="1284348"/>
          </a:xfrm>
        </p:spPr>
        <p:txBody>
          <a:bodyPr/>
          <a:lstStyle/>
          <a:p>
            <a:r>
              <a:rPr lang="en-US" dirty="0"/>
              <a:t>DISCUSSION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C1629BC-F702-D3E1-F887-666B34D2B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181" y="0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3976B-E011-0B43-BFA1-345561923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62F409D-A844-099F-0FF4-1B5F5B6EEA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66651" y="1982120"/>
            <a:ext cx="8743406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improves on existing methods by combining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with explicit data quality metrics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are more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transparent, interpretable, and reliable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informed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policymakers and industries in developing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procurement and emission reduction strategies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restricted to United States industries (2010–2016); future work should include broader coverage.</a:t>
            </a:r>
          </a:p>
        </p:txBody>
      </p:sp>
    </p:spTree>
    <p:extLst>
      <p:ext uri="{BB962C8B-B14F-4D97-AF65-F5344CB8AC3E}">
        <p14:creationId xmlns:p14="http://schemas.microsoft.com/office/powerpoint/2010/main" val="2996222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D0EC-9F85-64C3-6349-786923E7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46B4-7FF4-4D3C-E89A-D2EFB2B0A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8026"/>
            <a:ext cx="9144000" cy="1284348"/>
          </a:xfrm>
        </p:spPr>
        <p:txBody>
          <a:bodyPr/>
          <a:lstStyle/>
          <a:p>
            <a:r>
              <a:rPr lang="en-SG" b="1" dirty="0">
                <a:latin typeface="Arial" panose="020B0604020202020204" pitchFamily="34" charset="0"/>
              </a:rPr>
              <a:t>ACKNOWLEDGEMENTS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71D7A-67C1-4FFE-2824-5584ABAC5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754" y="2557008"/>
            <a:ext cx="8316686" cy="2999059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express our sincere gratitude to our mentor Monika Ma'am, Assistant Professor, Dept. of Al &amp; DS, RIT, for her constant guidance, encouragement, and valuable feedback throughout this project.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also thank the Department of Al &amp; Data Science, Rajalakshmi Institute of Technology for providing resources and support.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459AC7C-018E-9201-2F24-7C7A23E9B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181" y="167251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D6C0EF-95E7-95D8-FF1B-48A9D34EC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167251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785315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99E3F-3B75-06E1-6AD3-8F9AE3D2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4D55-A772-FB5A-EAE8-7CB705CD3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74" y="958025"/>
            <a:ext cx="8908026" cy="3751627"/>
          </a:xfrm>
        </p:spPr>
        <p:txBody>
          <a:bodyPr>
            <a:normAutofit/>
          </a:bodyPr>
          <a:lstStyle/>
          <a:p>
            <a:r>
              <a:rPr lang="en-US" sz="9600" dirty="0"/>
              <a:t>Q&amp;A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5278-F541-FD92-E8D7-60DBC7C64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-415959" y="3937272"/>
            <a:ext cx="68826" cy="135194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162D0FE-CA0A-EBED-B123-14181AC6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181" y="0"/>
            <a:ext cx="2477425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B09932-67A9-E4CF-B788-8BBB1E0B0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1" y="71002"/>
            <a:ext cx="880669" cy="87890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0429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478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PREDICTION OF GHG EMISSIONS USING ENSEMBLE METHODS FOR SUPPLY CHAIN EMISSION FACTOR ESTIMATION </vt:lpstr>
      <vt:lpstr>BACKGROUND – CLIMATE CHALLENGE</vt:lpstr>
      <vt:lpstr>Background – Research Gap</vt:lpstr>
      <vt:lpstr>BACKGROUND – OBJECTIVE OF STUDY</vt:lpstr>
      <vt:lpstr>METHODLOGY </vt:lpstr>
      <vt:lpstr>RESULT</vt:lpstr>
      <vt:lpstr>RESULT</vt:lpstr>
      <vt:lpstr>RESULT</vt:lpstr>
      <vt:lpstr>DISCUSSION </vt:lpstr>
      <vt:lpstr>ACKNOWLEDGEMENTS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 Chin Chan</dc:creator>
  <cp:keywords/>
  <dc:description/>
  <cp:lastModifiedBy>Sneha Sucharitha K</cp:lastModifiedBy>
  <cp:revision>5</cp:revision>
  <dcterms:created xsi:type="dcterms:W3CDTF">2023-01-24T05:11:29Z</dcterms:created>
  <dcterms:modified xsi:type="dcterms:W3CDTF">2025-08-22T06:11:03Z</dcterms:modified>
  <cp:category/>
</cp:coreProperties>
</file>